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61" r:id="rId5"/>
    <p:sldId id="259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14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C2D4-D240-4317-BEB0-16F26CD8C97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C2FA-4F96-48B3-9B5D-9BF1CCBBA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576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C2D4-D240-4317-BEB0-16F26CD8C97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C2FA-4F96-48B3-9B5D-9BF1CCBBA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0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C2D4-D240-4317-BEB0-16F26CD8C97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C2FA-4F96-48B3-9B5D-9BF1CCBBA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454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C2D4-D240-4317-BEB0-16F26CD8C97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C2FA-4F96-48B3-9B5D-9BF1CCBBA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298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C2D4-D240-4317-BEB0-16F26CD8C97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C2FA-4F96-48B3-9B5D-9BF1CCBBA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933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C2D4-D240-4317-BEB0-16F26CD8C97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C2FA-4F96-48B3-9B5D-9BF1CCBBA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29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C2D4-D240-4317-BEB0-16F26CD8C97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C2FA-4F96-48B3-9B5D-9BF1CCBBA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012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C2D4-D240-4317-BEB0-16F26CD8C97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C2FA-4F96-48B3-9B5D-9BF1CCBBA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09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C2D4-D240-4317-BEB0-16F26CD8C97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C2FA-4F96-48B3-9B5D-9BF1CCBBA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7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C2D4-D240-4317-BEB0-16F26CD8C97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C2FA-4F96-48B3-9B5D-9BF1CCBBA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50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7C2D4-D240-4317-BEB0-16F26CD8C97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7C2FA-4F96-48B3-9B5D-9BF1CCBBA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017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7C2D4-D240-4317-BEB0-16F26CD8C974}" type="datetimeFigureOut">
              <a:rPr lang="en-IN" smtClean="0"/>
              <a:t>30-10-2025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7C2FA-4F96-48B3-9B5D-9BF1CCBBA5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65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427" y="202301"/>
            <a:ext cx="10515600" cy="225713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MOSFET</a:t>
            </a:r>
            <a:br>
              <a:rPr lang="en-US" b="1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Metal-Oxide-Semiconductor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Field- Effect Transistor are a specialized type of FET 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 enhanced performance and efficiency due to their unique structure and operation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0972" y="2634828"/>
            <a:ext cx="10790055" cy="4351338"/>
          </a:xfrm>
        </p:spPr>
        <p:txBody>
          <a:bodyPr>
            <a:normAutofit/>
          </a:bodyPr>
          <a:lstStyle/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MOSFET is a voltage controlled device that regulates the flow of current. 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 consists of three main terminals: the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and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voltage applied to the gate terminal controls the conductivity of the device, 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allowing it to switch on or off, or to amplify signals. 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 makes MOSFETs essential components in various electronic devices, including computers, smartphones, and power systems. 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8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93579" y="8101210"/>
            <a:ext cx="4047844" cy="1084539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6" name="Picture 2" descr="What is the Difference Between D-MOSFET and E-MOSFET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219" y="1046003"/>
            <a:ext cx="8655781" cy="4508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48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P-Channel MOSFET</a:t>
            </a:r>
            <a:endParaRPr lang="en-IN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 descr="What is MOSFET: Symbol, Working, Types &amp; Different Packag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1209" y="2362993"/>
            <a:ext cx="5715000" cy="327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0451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-Channel Enhancement MOSFET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0414" y="1445288"/>
            <a:ext cx="9071171" cy="474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47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-Channel Depletion MOSFET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098" name="Picture 2" descr="Everything You Need to Know About Depletion-mode MOSFE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292" y="1550846"/>
            <a:ext cx="6698829" cy="4317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231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Drain Characteristics of MOSFET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 descr="Depletion Type MOSFET - Construction, Operation and Characteristic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940" y="1400044"/>
            <a:ext cx="7825000" cy="5130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0834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>
                <a:solidFill>
                  <a:srgbClr val="FF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Transfer Characteristics of MOSFET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5905" y="1787211"/>
            <a:ext cx="7768353" cy="354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136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19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MOSFET Metal-Oxide-Semiconductor Field- Effect Transistor are a specialized type of FET   Offer enhanced performance and efficiency due to their unique structure and operation. </vt:lpstr>
      <vt:lpstr>PowerPoint Presentation</vt:lpstr>
      <vt:lpstr>P-Channel MOSFET</vt:lpstr>
      <vt:lpstr>N-Channel Enhancement MOSFET</vt:lpstr>
      <vt:lpstr>N-Channel Depletion MOSFET</vt:lpstr>
      <vt:lpstr>Drain Characteristics of MOSFET</vt:lpstr>
      <vt:lpstr>Transfer Characteristics of MOSFET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REC</dc:creator>
  <cp:lastModifiedBy>REC</cp:lastModifiedBy>
  <cp:revision>8</cp:revision>
  <dcterms:created xsi:type="dcterms:W3CDTF">2025-10-30T05:38:53Z</dcterms:created>
  <dcterms:modified xsi:type="dcterms:W3CDTF">2025-10-30T07:29:55Z</dcterms:modified>
</cp:coreProperties>
</file>